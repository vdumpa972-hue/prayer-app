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336" r:id="rId2"/>
    <p:sldId id="337" r:id="rId3"/>
    <p:sldId id="339" r:id="rId4"/>
    <p:sldId id="340" r:id="rId5"/>
    <p:sldId id="341" r:id="rId6"/>
    <p:sldId id="342" r:id="rId7"/>
    <p:sldId id="343" r:id="rId8"/>
  </p:sldIdLst>
  <p:sldSz cx="9144000" cy="6858000" type="screen4x3"/>
  <p:notesSz cx="6954838" cy="92471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163" autoAdjust="0"/>
  </p:normalViewPr>
  <p:slideViewPr>
    <p:cSldViewPr>
      <p:cViewPr>
        <p:scale>
          <a:sx n="66" d="100"/>
          <a:sy n="66" d="100"/>
        </p:scale>
        <p:origin x="-1680" y="-53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E982F-5A08-4349-8228-A1D1A28DE907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3738"/>
            <a:ext cx="4624388" cy="3467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392613"/>
            <a:ext cx="5564188" cy="41608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83638"/>
            <a:ext cx="3013075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783638"/>
            <a:ext cx="3013075" cy="4619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03064-8210-4125-BB66-A9421E0CDC0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1BCB1-CDDF-4591-8E0C-4BDA815F4704}" type="datetimeFigureOut">
              <a:rPr lang="en-US" smtClean="0"/>
              <a:pPr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0DEEA5-452D-4F23-9956-BFB91B50C95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hythmicgardening.com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124200" y="152400"/>
            <a:ext cx="3083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Landscaper Application Portal </a:t>
            </a:r>
            <a:endParaRPr lang="en-US" b="1" dirty="0"/>
          </a:p>
        </p:txBody>
      </p:sp>
      <p:sp>
        <p:nvSpPr>
          <p:cNvPr id="5" name="Oval 4"/>
          <p:cNvSpPr/>
          <p:nvPr/>
        </p:nvSpPr>
        <p:spPr>
          <a:xfrm>
            <a:off x="762000" y="1066800"/>
            <a:ext cx="1600200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066800" y="1371600"/>
            <a:ext cx="951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CLIENTS</a:t>
            </a:r>
            <a:endParaRPr lang="en-US" b="1" dirty="0"/>
          </a:p>
        </p:txBody>
      </p:sp>
      <p:sp>
        <p:nvSpPr>
          <p:cNvPr id="7" name="Oval 6"/>
          <p:cNvSpPr/>
          <p:nvPr/>
        </p:nvSpPr>
        <p:spPr>
          <a:xfrm>
            <a:off x="2514600" y="990600"/>
            <a:ext cx="1600200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819400" y="1295400"/>
            <a:ext cx="1214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Employees</a:t>
            </a:r>
            <a:endParaRPr lang="en-US" b="1" dirty="0"/>
          </a:p>
        </p:txBody>
      </p:sp>
      <p:sp>
        <p:nvSpPr>
          <p:cNvPr id="9" name="Oval 8"/>
          <p:cNvSpPr/>
          <p:nvPr/>
        </p:nvSpPr>
        <p:spPr>
          <a:xfrm>
            <a:off x="4267200" y="990600"/>
            <a:ext cx="1600200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419600" y="1295400"/>
            <a:ext cx="1252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Accounting</a:t>
            </a:r>
            <a:endParaRPr lang="en-US" b="1" dirty="0"/>
          </a:p>
        </p:txBody>
      </p:sp>
      <p:sp>
        <p:nvSpPr>
          <p:cNvPr id="11" name="Oval 10"/>
          <p:cNvSpPr/>
          <p:nvPr/>
        </p:nvSpPr>
        <p:spPr>
          <a:xfrm>
            <a:off x="6096000" y="990600"/>
            <a:ext cx="2286000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00800" y="1295400"/>
            <a:ext cx="1859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Admin</a:t>
            </a:r>
          </a:p>
          <a:p>
            <a:r>
              <a:rPr lang="en-US" b="1" dirty="0" smtClean="0"/>
              <a:t>(owner or admin)</a:t>
            </a:r>
            <a:endParaRPr lang="en-US" b="1" dirty="0"/>
          </a:p>
        </p:txBody>
      </p:sp>
      <p:sp>
        <p:nvSpPr>
          <p:cNvPr id="13" name="Oval 12"/>
          <p:cNvSpPr/>
          <p:nvPr/>
        </p:nvSpPr>
        <p:spPr>
          <a:xfrm>
            <a:off x="762000" y="2362200"/>
            <a:ext cx="1600200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754285" y="2667000"/>
            <a:ext cx="16841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Landscape Sites</a:t>
            </a:r>
            <a:endParaRPr lang="en-US" b="1" dirty="0"/>
          </a:p>
        </p:txBody>
      </p:sp>
      <p:sp>
        <p:nvSpPr>
          <p:cNvPr id="18" name="Oval 17"/>
          <p:cNvSpPr/>
          <p:nvPr/>
        </p:nvSpPr>
        <p:spPr>
          <a:xfrm>
            <a:off x="2590800" y="2209800"/>
            <a:ext cx="1600200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2895600" y="2514600"/>
            <a:ext cx="1169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Marketing</a:t>
            </a:r>
            <a:endParaRPr lang="en-US" b="1" dirty="0"/>
          </a:p>
        </p:txBody>
      </p:sp>
      <p:sp>
        <p:nvSpPr>
          <p:cNvPr id="24" name="Rectangle 23"/>
          <p:cNvSpPr/>
          <p:nvPr/>
        </p:nvSpPr>
        <p:spPr>
          <a:xfrm>
            <a:off x="381000" y="4341674"/>
            <a:ext cx="2286000" cy="22877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81000" y="4417874"/>
            <a:ext cx="1169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Databases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57200" y="4722674"/>
            <a:ext cx="20076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Clients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Employees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Landscape Sites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Vendors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Tools inventory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Scheduling </a:t>
            </a:r>
          </a:p>
          <a:p>
            <a:endParaRPr lang="en-US" dirty="0" smtClean="0"/>
          </a:p>
        </p:txBody>
      </p:sp>
      <p:sp>
        <p:nvSpPr>
          <p:cNvPr id="27" name="Oval 26"/>
          <p:cNvSpPr/>
          <p:nvPr/>
        </p:nvSpPr>
        <p:spPr>
          <a:xfrm>
            <a:off x="4419600" y="2209800"/>
            <a:ext cx="1600200" cy="1143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4724400" y="2514600"/>
            <a:ext cx="1220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Scheduling</a:t>
            </a:r>
            <a:endParaRPr 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3505200" y="609600"/>
            <a:ext cx="2190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MAIN TASKS /portals</a:t>
            </a:r>
            <a:endParaRPr lang="en-US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419600" y="4038600"/>
            <a:ext cx="5105400" cy="3352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52400" y="381000"/>
            <a:ext cx="3124200" cy="419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52400" y="381000"/>
            <a:ext cx="2856872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Employee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Personal info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job description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Status: potential/</a:t>
            </a:r>
          </a:p>
          <a:p>
            <a:pPr marL="342900" indent="-342900"/>
            <a:r>
              <a:rPr lang="en-US" dirty="0" smtClean="0"/>
              <a:t>       training/active/left/fired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Start 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Hourly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Rating:good</a:t>
            </a:r>
            <a:r>
              <a:rPr lang="en-US" dirty="0" smtClean="0"/>
              <a:t>/n</a:t>
            </a:r>
          </a:p>
          <a:p>
            <a:pPr marL="342900" indent="-342900"/>
            <a:r>
              <a:rPr lang="en-US" dirty="0" smtClean="0"/>
              <a:t>      need improvement/</a:t>
            </a:r>
          </a:p>
          <a:p>
            <a:pPr marL="342900" indent="-342900"/>
            <a:r>
              <a:rPr lang="en-US" dirty="0" smtClean="0"/>
              <a:t>      on probation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Rate change history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List Days he works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List Total hours per day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General notes free text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3352800" y="381000"/>
            <a:ext cx="3505200" cy="3505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52800" y="381000"/>
            <a:ext cx="321620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Client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Personal info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Status: Active/past/Potential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Start date/End Date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Contract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Starting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Current rate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Monthly hours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List Days we can  work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List Rate history (date-raise)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Special Requests history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Special projects history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276600" y="-76200"/>
            <a:ext cx="1276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DATABASES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152400" y="4724400"/>
            <a:ext cx="4114800" cy="2057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28600" y="4724400"/>
            <a:ext cx="381264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ACCOUNTING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API to connect to </a:t>
            </a:r>
            <a:r>
              <a:rPr lang="en-US" dirty="0" err="1" smtClean="0"/>
              <a:t>Quickbook</a:t>
            </a:r>
            <a:r>
              <a:rPr lang="en-US" dirty="0" smtClean="0"/>
              <a:t> portal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Connect to my back portal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err="1" smtClean="0"/>
              <a:t>Emp</a:t>
            </a:r>
            <a:r>
              <a:rPr lang="en-US" dirty="0" smtClean="0"/>
              <a:t> Credit card expenses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Employee  </a:t>
            </a:r>
            <a:r>
              <a:rPr lang="en-US" dirty="0" err="1" smtClean="0"/>
              <a:t>acocunting</a:t>
            </a:r>
            <a:r>
              <a:rPr lang="en-US" dirty="0" smtClean="0"/>
              <a:t> info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Client accounting  info + card info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495800" y="4114800"/>
            <a:ext cx="5449697" cy="480131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b="1" dirty="0" smtClean="0"/>
              <a:t>Landscape Site info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Client name and </a:t>
            </a:r>
            <a:r>
              <a:rPr lang="en-US" dirty="0" err="1" smtClean="0"/>
              <a:t>addresLands</a:t>
            </a:r>
            <a:endParaRPr lang="en-US" dirty="0" smtClean="0"/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Image of site with id of each plant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 smtClean="0"/>
              <a:t>Per plant/tree site  are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Name: rose flower/general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Type of plant: </a:t>
            </a:r>
            <a:r>
              <a:rPr lang="en-US" dirty="0" err="1" smtClean="0"/>
              <a:t>bush,tree,flower,etc</a:t>
            </a: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Type of work: pruning/planting/trimming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Time it takes: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Frequency : weekly/Bi-weekly /monthly/season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 smtClean="0"/>
              <a:t>Season  special work:</a:t>
            </a:r>
          </a:p>
          <a:p>
            <a:pPr marL="1257300" lvl="2" indent="-342900">
              <a:buAutoNum type="arabicPeriod"/>
            </a:pPr>
            <a:r>
              <a:rPr lang="en-US" dirty="0" smtClean="0"/>
              <a:t>Per season : job needed</a:t>
            </a:r>
          </a:p>
          <a:p>
            <a:pPr marL="1257300" lvl="2" indent="-342900">
              <a:buAutoNum type="arabicPeriod"/>
            </a:pPr>
            <a:r>
              <a:rPr lang="en-US" dirty="0" smtClean="0"/>
              <a:t>Time to prep</a:t>
            </a:r>
          </a:p>
          <a:p>
            <a:pPr marL="1257300" lvl="2" indent="-342900">
              <a:buAutoNum type="arabicPeriod"/>
            </a:pPr>
            <a:r>
              <a:rPr lang="en-US" dirty="0" smtClean="0"/>
              <a:t>When to enter to schedule </a:t>
            </a:r>
          </a:p>
          <a:p>
            <a:pPr marL="1257300" lvl="2" indent="-342900">
              <a:buAutoNum type="arabicPeriod"/>
            </a:pPr>
            <a:r>
              <a:rPr lang="en-US" dirty="0" smtClean="0"/>
              <a:t>Check box notify admin/owner</a:t>
            </a:r>
          </a:p>
          <a:p>
            <a:pPr marL="800100" lvl="1" indent="-342900">
              <a:buFont typeface="+mj-lt"/>
              <a:buAutoNum type="arabicPeriod"/>
            </a:pPr>
            <a:endParaRPr lang="en-US" dirty="0" smtClean="0"/>
          </a:p>
          <a:p>
            <a:pPr marL="800100" lvl="1" indent="-342900">
              <a:buFont typeface="+mj-lt"/>
              <a:buAutoNum type="arabicPeriod"/>
            </a:pPr>
            <a:endParaRPr lang="en-US" dirty="0" smtClean="0"/>
          </a:p>
          <a:p>
            <a:pPr marL="342900" indent="-342900"/>
            <a:r>
              <a:rPr lang="en-US" dirty="0" smtClean="0"/>
              <a:t> 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76200" y="533400"/>
            <a:ext cx="2438400" cy="2362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609600"/>
            <a:ext cx="172310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Site pages :</a:t>
            </a:r>
          </a:p>
          <a:p>
            <a:r>
              <a:rPr lang="en-US" dirty="0" smtClean="0"/>
              <a:t>Main window</a:t>
            </a:r>
          </a:p>
          <a:p>
            <a:r>
              <a:rPr lang="en-US" dirty="0" smtClean="0"/>
              <a:t>Employee portal</a:t>
            </a:r>
          </a:p>
          <a:p>
            <a:r>
              <a:rPr lang="en-US" dirty="0" smtClean="0"/>
              <a:t>Client portal</a:t>
            </a:r>
          </a:p>
          <a:p>
            <a:r>
              <a:rPr lang="en-US" dirty="0" smtClean="0"/>
              <a:t>Admin Portal</a:t>
            </a:r>
          </a:p>
          <a:p>
            <a:r>
              <a:rPr lang="en-US" dirty="0" smtClean="0"/>
              <a:t>Owner portal</a:t>
            </a:r>
          </a:p>
          <a:p>
            <a:r>
              <a:rPr lang="en-US" dirty="0" err="1" smtClean="0"/>
              <a:t>Gues</a:t>
            </a:r>
            <a:r>
              <a:rPr lang="en-US" dirty="0" smtClean="0"/>
              <a:t>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71800" y="152400"/>
            <a:ext cx="1993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Application pages :</a:t>
            </a:r>
            <a:endParaRPr 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029200" y="914400"/>
            <a:ext cx="1501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Main window</a:t>
            </a:r>
            <a:endParaRPr lang="en-US" b="1" dirty="0"/>
          </a:p>
        </p:txBody>
      </p:sp>
      <p:sp>
        <p:nvSpPr>
          <p:cNvPr id="8" name="Rectangle 7"/>
          <p:cNvSpPr/>
          <p:nvPr/>
        </p:nvSpPr>
        <p:spPr>
          <a:xfrm>
            <a:off x="3505200" y="1676400"/>
            <a:ext cx="51054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72400" y="1752600"/>
            <a:ext cx="76200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55879" y="1676400"/>
            <a:ext cx="854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Sign in 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3521721" y="1764268"/>
            <a:ext cx="76200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505200" y="1688068"/>
            <a:ext cx="760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About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558090" y="2035076"/>
            <a:ext cx="47477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 the main window of </a:t>
            </a:r>
          </a:p>
          <a:p>
            <a:r>
              <a:rPr lang="en-US" dirty="0" smtClean="0">
                <a:hlinkClick r:id="rId2"/>
              </a:rPr>
              <a:t>https://www.rhythmicgardening.com/</a:t>
            </a:r>
            <a:endParaRPr lang="en-US" dirty="0" smtClean="0"/>
          </a:p>
          <a:p>
            <a:r>
              <a:rPr lang="en-US" dirty="0" smtClean="0"/>
              <a:t>But add in the login in the option for </a:t>
            </a:r>
          </a:p>
          <a:p>
            <a:r>
              <a:rPr lang="en-US" dirty="0" smtClean="0"/>
              <a:t>: new user/employee/client/owner/admin </a:t>
            </a:r>
          </a:p>
          <a:p>
            <a:endParaRPr lang="en-US" dirty="0" smtClean="0"/>
          </a:p>
          <a:p>
            <a:r>
              <a:rPr lang="en-US" dirty="0" smtClean="0"/>
              <a:t>Based on the login in info branch to the different</a:t>
            </a:r>
          </a:p>
          <a:p>
            <a:r>
              <a:rPr lang="en-US" dirty="0" smtClean="0"/>
              <a:t>Pages on the site pages :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52400" y="228600"/>
            <a:ext cx="3733800" cy="198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228600"/>
            <a:ext cx="356071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Employee portal:</a:t>
            </a:r>
          </a:p>
          <a:p>
            <a:r>
              <a:rPr lang="en-US" dirty="0" smtClean="0"/>
              <a:t>Personal information:</a:t>
            </a:r>
          </a:p>
          <a:p>
            <a:r>
              <a:rPr lang="en-US" dirty="0" smtClean="0"/>
              <a:t>Paychecks history</a:t>
            </a:r>
          </a:p>
          <a:p>
            <a:r>
              <a:rPr lang="en-US" dirty="0" smtClean="0"/>
              <a:t>Your </a:t>
            </a:r>
            <a:r>
              <a:rPr lang="en-US" dirty="0" err="1" smtClean="0"/>
              <a:t>scedhule</a:t>
            </a:r>
            <a:r>
              <a:rPr lang="en-US" dirty="0" smtClean="0"/>
              <a:t>  </a:t>
            </a:r>
            <a:r>
              <a:rPr lang="en-US" dirty="0" err="1" smtClean="0"/>
              <a:t>daily,weekly,monthly</a:t>
            </a:r>
            <a:endParaRPr lang="en-US" dirty="0" smtClean="0"/>
          </a:p>
          <a:p>
            <a:r>
              <a:rPr lang="en-US" dirty="0" smtClean="0"/>
              <a:t>Contact HR, Owner</a:t>
            </a:r>
          </a:p>
          <a:p>
            <a:r>
              <a:rPr lang="en-US" dirty="0" smtClean="0"/>
              <a:t>Check box for completed tasks/days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4419600" y="228600"/>
            <a:ext cx="3733800" cy="198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19600" y="228600"/>
            <a:ext cx="46565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Client portal:</a:t>
            </a:r>
          </a:p>
          <a:p>
            <a:r>
              <a:rPr lang="en-US" dirty="0" smtClean="0"/>
              <a:t>Personal information:</a:t>
            </a:r>
          </a:p>
          <a:p>
            <a:r>
              <a:rPr lang="en-US" dirty="0" smtClean="0"/>
              <a:t>Work Schedule /daily/weekly/</a:t>
            </a:r>
          </a:p>
          <a:p>
            <a:r>
              <a:rPr lang="en-US" dirty="0" smtClean="0"/>
              <a:t>    monthly/</a:t>
            </a:r>
            <a:r>
              <a:rPr lang="en-US" dirty="0" err="1" smtClean="0"/>
              <a:t>annualy</a:t>
            </a:r>
            <a:r>
              <a:rPr lang="en-US" dirty="0" smtClean="0"/>
              <a:t> with green mark completed</a:t>
            </a:r>
          </a:p>
          <a:p>
            <a:r>
              <a:rPr lang="en-US" dirty="0" smtClean="0"/>
              <a:t>  with back history also </a:t>
            </a:r>
          </a:p>
          <a:p>
            <a:r>
              <a:rPr lang="en-US" dirty="0" smtClean="0"/>
              <a:t>Hourly Rate, num hours </a:t>
            </a:r>
          </a:p>
          <a:p>
            <a:r>
              <a:rPr lang="en-US" dirty="0" smtClean="0"/>
              <a:t>Contact Owner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2438400"/>
            <a:ext cx="5943600" cy="2438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52400" y="2438400"/>
            <a:ext cx="578703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ADMIN portal:</a:t>
            </a:r>
          </a:p>
          <a:p>
            <a:r>
              <a:rPr lang="en-US" dirty="0" smtClean="0"/>
              <a:t>Admin information:</a:t>
            </a:r>
          </a:p>
          <a:p>
            <a:r>
              <a:rPr lang="en-US" dirty="0" smtClean="0"/>
              <a:t>Client list (with add delete update</a:t>
            </a:r>
          </a:p>
          <a:p>
            <a:r>
              <a:rPr lang="en-US" dirty="0" smtClean="0"/>
              <a:t>Employee list with list (with add delete update</a:t>
            </a:r>
          </a:p>
          <a:p>
            <a:r>
              <a:rPr lang="en-US" dirty="0" smtClean="0"/>
              <a:t>Schedule list with </a:t>
            </a:r>
            <a:r>
              <a:rPr lang="en-US" dirty="0" err="1" smtClean="0"/>
              <a:t>taks</a:t>
            </a:r>
            <a:r>
              <a:rPr lang="en-US" dirty="0" smtClean="0"/>
              <a:t> and employee(daily/weekly/annually</a:t>
            </a:r>
          </a:p>
          <a:p>
            <a:r>
              <a:rPr lang="en-US" dirty="0" smtClean="0"/>
              <a:t>    with filtering options ( per employee/dates/clients) </a:t>
            </a:r>
          </a:p>
          <a:p>
            <a:endParaRPr lang="en-US" dirty="0" smtClean="0"/>
          </a:p>
        </p:txBody>
      </p:sp>
      <p:sp>
        <p:nvSpPr>
          <p:cNvPr id="10" name="Rectangle 9"/>
          <p:cNvSpPr/>
          <p:nvPr/>
        </p:nvSpPr>
        <p:spPr>
          <a:xfrm>
            <a:off x="76200" y="4876800"/>
            <a:ext cx="3733800" cy="1981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6200" y="4876800"/>
            <a:ext cx="5544595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/>
              <a:t>Ownwe</a:t>
            </a:r>
            <a:r>
              <a:rPr lang="en-US" b="1" dirty="0" smtClean="0"/>
              <a:t> portal:</a:t>
            </a:r>
          </a:p>
          <a:p>
            <a:r>
              <a:rPr lang="en-US" dirty="0" smtClean="0"/>
              <a:t>Same view as ADMIN for now</a:t>
            </a:r>
          </a:p>
          <a:p>
            <a:r>
              <a:rPr lang="en-US" dirty="0" smtClean="0"/>
              <a:t>Authority to add </a:t>
            </a:r>
            <a:r>
              <a:rPr lang="en-US" dirty="0" err="1" smtClean="0"/>
              <a:t>delerte</a:t>
            </a:r>
            <a:r>
              <a:rPr lang="en-US" dirty="0" smtClean="0"/>
              <a:t> update </a:t>
            </a:r>
          </a:p>
          <a:p>
            <a:r>
              <a:rPr lang="en-US" dirty="0" smtClean="0"/>
              <a:t>admin </a:t>
            </a:r>
            <a:r>
              <a:rPr lang="en-US" dirty="0" err="1" smtClean="0"/>
              <a:t>acocunts</a:t>
            </a:r>
            <a:endParaRPr lang="en-US" dirty="0" smtClean="0"/>
          </a:p>
          <a:p>
            <a:r>
              <a:rPr lang="en-US" dirty="0" smtClean="0"/>
              <a:t>Also notification/alert window for </a:t>
            </a:r>
          </a:p>
          <a:p>
            <a:r>
              <a:rPr lang="en-US" dirty="0" smtClean="0"/>
              <a:t>Season related changes, sick notification from employees</a:t>
            </a:r>
          </a:p>
          <a:p>
            <a:r>
              <a:rPr lang="en-US" dirty="0" smtClean="0"/>
              <a:t>Notifications from clients/</a:t>
            </a:r>
            <a:r>
              <a:rPr lang="en-US" dirty="0" err="1" smtClean="0"/>
              <a:t>employes</a:t>
            </a:r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/>
          <p:cNvSpPr txBox="1"/>
          <p:nvPr/>
        </p:nvSpPr>
        <p:spPr>
          <a:xfrm>
            <a:off x="533400" y="360700"/>
            <a:ext cx="7195111" cy="8402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Client portal ( open to client):</a:t>
            </a:r>
          </a:p>
          <a:p>
            <a:r>
              <a:rPr lang="en-US" dirty="0" smtClean="0"/>
              <a:t>Create new user /pass</a:t>
            </a:r>
          </a:p>
          <a:p>
            <a:r>
              <a:rPr lang="en-US" dirty="0" smtClean="0"/>
              <a:t>Client type : contracted, prospective , save for later check </a:t>
            </a:r>
          </a:p>
          <a:p>
            <a:r>
              <a:rPr lang="en-US" dirty="0" smtClean="0"/>
              <a:t>Display personal info , hourly rate , contract document, the </a:t>
            </a:r>
            <a:r>
              <a:rPr lang="en-US" dirty="0" err="1" smtClean="0"/>
              <a:t>landsamp</a:t>
            </a:r>
            <a:r>
              <a:rPr lang="en-US" dirty="0" smtClean="0"/>
              <a:t> map,</a:t>
            </a:r>
          </a:p>
          <a:p>
            <a:r>
              <a:rPr lang="en-US" dirty="0" smtClean="0"/>
              <a:t>Work history (</a:t>
            </a:r>
            <a:r>
              <a:rPr lang="en-US" dirty="0" err="1" smtClean="0"/>
              <a:t>daily,wekly</a:t>
            </a:r>
            <a:r>
              <a:rPr lang="en-US" dirty="0" smtClean="0"/>
              <a:t>, </a:t>
            </a:r>
            <a:r>
              <a:rPr lang="en-US" dirty="0" err="1" smtClean="0"/>
              <a:t>seasonlyt,annyally</a:t>
            </a:r>
            <a:r>
              <a:rPr lang="en-US" dirty="0" smtClean="0"/>
              <a:t>)</a:t>
            </a:r>
          </a:p>
          <a:p>
            <a:r>
              <a:rPr lang="en-US" dirty="0" smtClean="0"/>
              <a:t>Contact support </a:t>
            </a:r>
          </a:p>
          <a:p>
            <a:r>
              <a:rPr lang="en-US" dirty="0" smtClean="0"/>
              <a:t>Pay one time </a:t>
            </a:r>
            <a:r>
              <a:rPr lang="en-US" dirty="0" err="1" smtClean="0"/>
              <a:t>recuring</a:t>
            </a:r>
            <a:r>
              <a:rPr lang="en-US" dirty="0" smtClean="0"/>
              <a:t> </a:t>
            </a:r>
          </a:p>
          <a:p>
            <a:r>
              <a:rPr lang="en-US" b="1" dirty="0" smtClean="0"/>
              <a:t>Employee portal (open to employees and owner admin)</a:t>
            </a:r>
          </a:p>
          <a:p>
            <a:r>
              <a:rPr lang="en-US" dirty="0" smtClean="0"/>
              <a:t>Personal </a:t>
            </a:r>
            <a:r>
              <a:rPr lang="en-US" dirty="0" err="1" smtClean="0"/>
              <a:t>infomaton</a:t>
            </a:r>
            <a:endParaRPr lang="en-US" dirty="0" smtClean="0"/>
          </a:p>
          <a:p>
            <a:r>
              <a:rPr lang="en-US" dirty="0" err="1" smtClean="0"/>
              <a:t>Employent</a:t>
            </a:r>
            <a:r>
              <a:rPr lang="en-US" dirty="0" smtClean="0"/>
              <a:t> type : full time/part time/in the pool /interviewed not hired</a:t>
            </a:r>
          </a:p>
          <a:p>
            <a:r>
              <a:rPr lang="en-US" dirty="0" smtClean="0"/>
              <a:t>Hiring Contract/ company </a:t>
            </a:r>
            <a:r>
              <a:rPr lang="en-US" dirty="0" err="1" smtClean="0"/>
              <a:t>polcy</a:t>
            </a:r>
            <a:r>
              <a:rPr lang="en-US" dirty="0" smtClean="0"/>
              <a:t> book </a:t>
            </a:r>
          </a:p>
          <a:p>
            <a:r>
              <a:rPr lang="en-US" dirty="0" smtClean="0"/>
              <a:t>Employment start date:</a:t>
            </a:r>
          </a:p>
          <a:p>
            <a:r>
              <a:rPr lang="en-US" dirty="0" smtClean="0"/>
              <a:t>Working days of the week (sun </a:t>
            </a:r>
            <a:r>
              <a:rPr lang="en-US" dirty="0" err="1" smtClean="0"/>
              <a:t>mon</a:t>
            </a:r>
            <a:r>
              <a:rPr lang="en-US" dirty="0" smtClean="0"/>
              <a:t> ….etc)</a:t>
            </a:r>
          </a:p>
          <a:p>
            <a:r>
              <a:rPr lang="en-US" dirty="0" smtClean="0"/>
              <a:t>Working hours per day ( total : X  mon:3 sun:3 for example)</a:t>
            </a:r>
          </a:p>
          <a:p>
            <a:r>
              <a:rPr lang="en-US" dirty="0" smtClean="0"/>
              <a:t>Hourly Rate:</a:t>
            </a:r>
          </a:p>
          <a:p>
            <a:r>
              <a:rPr lang="en-US" dirty="0" smtClean="0"/>
              <a:t>Raise Table : Date percentage , new rate</a:t>
            </a:r>
          </a:p>
          <a:p>
            <a:r>
              <a:rPr lang="en-US" dirty="0" smtClean="0"/>
              <a:t>Paychecks : downloadable , taken from quick books</a:t>
            </a:r>
          </a:p>
          <a:p>
            <a:r>
              <a:rPr lang="en-US" dirty="0" smtClean="0"/>
              <a:t>Company credit card usage</a:t>
            </a:r>
          </a:p>
          <a:p>
            <a:r>
              <a:rPr lang="en-US" dirty="0" smtClean="0"/>
              <a:t>Out of pocket expense : date/amount/for what/download image of </a:t>
            </a:r>
            <a:r>
              <a:rPr lang="en-US" dirty="0" err="1" smtClean="0"/>
              <a:t>recipt</a:t>
            </a:r>
            <a:endParaRPr lang="en-US" dirty="0" smtClean="0"/>
          </a:p>
          <a:p>
            <a:r>
              <a:rPr lang="en-US" b="1" dirty="0" smtClean="0"/>
              <a:t>Accounting ( only for admin/owner)</a:t>
            </a:r>
          </a:p>
          <a:p>
            <a:r>
              <a:rPr lang="en-US" dirty="0" smtClean="0"/>
              <a:t>Hook to </a:t>
            </a:r>
            <a:r>
              <a:rPr lang="en-US" dirty="0" err="1" smtClean="0"/>
              <a:t>Quickbook</a:t>
            </a:r>
            <a:r>
              <a:rPr lang="en-US" dirty="0" smtClean="0"/>
              <a:t> to show employee financial information</a:t>
            </a:r>
          </a:p>
          <a:p>
            <a:r>
              <a:rPr lang="en-US" dirty="0" smtClean="0"/>
              <a:t>Employee cards information and transactions 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b="1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76200"/>
            <a:ext cx="4572000" cy="618630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err="1" smtClean="0"/>
              <a:t>Lanscapes</a:t>
            </a:r>
            <a:r>
              <a:rPr lang="en-US" b="1" dirty="0" smtClean="0"/>
              <a:t> portal ( only for admin/owner)</a:t>
            </a:r>
          </a:p>
          <a:p>
            <a:r>
              <a:rPr lang="en-US" dirty="0" err="1" smtClean="0"/>
              <a:t>Landcape</a:t>
            </a:r>
            <a:r>
              <a:rPr lang="en-US" dirty="0" smtClean="0"/>
              <a:t> ID</a:t>
            </a:r>
          </a:p>
          <a:p>
            <a:r>
              <a:rPr lang="en-US" dirty="0" smtClean="0"/>
              <a:t>Personal information including the address</a:t>
            </a:r>
          </a:p>
          <a:p>
            <a:r>
              <a:rPr lang="en-US" dirty="0" smtClean="0"/>
              <a:t>List of rectangles with  area and dimension</a:t>
            </a:r>
          </a:p>
          <a:p>
            <a:r>
              <a:rPr lang="en-US" dirty="0" smtClean="0"/>
              <a:t>Image of the landscape and numbering of each element (to download)</a:t>
            </a:r>
          </a:p>
          <a:p>
            <a:r>
              <a:rPr lang="en-US" dirty="0" smtClean="0"/>
              <a:t>then a note with description of each element</a:t>
            </a:r>
          </a:p>
          <a:p>
            <a:r>
              <a:rPr lang="en-US" dirty="0" smtClean="0"/>
              <a:t>In the picture</a:t>
            </a:r>
          </a:p>
          <a:p>
            <a:r>
              <a:rPr lang="en-US" dirty="0" smtClean="0"/>
              <a:t>List of planting areas with this info :</a:t>
            </a:r>
          </a:p>
          <a:p>
            <a:r>
              <a:rPr lang="en-US" dirty="0" smtClean="0"/>
              <a:t>1.Type plant seasonally /forever, bush, tree, flower, veggie, etc</a:t>
            </a:r>
          </a:p>
          <a:p>
            <a:r>
              <a:rPr lang="en-US" dirty="0" smtClean="0"/>
              <a:t>2. </a:t>
            </a:r>
            <a:r>
              <a:rPr lang="en-US" dirty="0" err="1" smtClean="0"/>
              <a:t>Maintainanace</a:t>
            </a:r>
            <a:r>
              <a:rPr lang="en-US" dirty="0" smtClean="0"/>
              <a:t> type : </a:t>
            </a:r>
            <a:r>
              <a:rPr lang="en-US" dirty="0" err="1" smtClean="0"/>
              <a:t>prunning</a:t>
            </a:r>
            <a:r>
              <a:rPr lang="en-US" dirty="0" smtClean="0"/>
              <a:t> , trimming ,  check box on each of them can be more </a:t>
            </a:r>
            <a:r>
              <a:rPr lang="en-US" dirty="0" err="1" smtClean="0"/>
              <a:t>rhen</a:t>
            </a:r>
            <a:r>
              <a:rPr lang="en-US" dirty="0" smtClean="0"/>
              <a:t> one</a:t>
            </a:r>
          </a:p>
          <a:p>
            <a:r>
              <a:rPr lang="en-US" dirty="0" smtClean="0"/>
              <a:t>3. On each of the </a:t>
            </a:r>
            <a:r>
              <a:rPr lang="en-US" dirty="0" err="1" smtClean="0"/>
              <a:t>maintainance</a:t>
            </a:r>
            <a:r>
              <a:rPr lang="en-US" dirty="0" smtClean="0"/>
              <a:t> type checked ,</a:t>
            </a:r>
            <a:r>
              <a:rPr lang="en-US" dirty="0" err="1" smtClean="0"/>
              <a:t>i</a:t>
            </a:r>
            <a:r>
              <a:rPr lang="en-US" dirty="0" smtClean="0"/>
              <a:t>-weekly each will have frequency  setting: weekly, </a:t>
            </a:r>
            <a:r>
              <a:rPr lang="en-US" dirty="0" err="1" smtClean="0"/>
              <a:t>monthly,before</a:t>
            </a:r>
            <a:r>
              <a:rPr lang="en-US" dirty="0" smtClean="0"/>
              <a:t> a specific season, also for each task how long it take in hours or minutes</a:t>
            </a:r>
          </a:p>
          <a:p>
            <a:r>
              <a:rPr lang="en-US" dirty="0" smtClean="0"/>
              <a:t>If a task is pre-season prepare , configure when to do the task before season start ( in weeks or months)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228600"/>
            <a:ext cx="4572000" cy="535531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Owner portal:</a:t>
            </a:r>
          </a:p>
          <a:p>
            <a:r>
              <a:rPr lang="en-US" b="1" dirty="0" smtClean="0"/>
              <a:t>Clients list</a:t>
            </a:r>
            <a:r>
              <a:rPr lang="en-US" dirty="0" smtClean="0"/>
              <a:t>  can add/delete/</a:t>
            </a:r>
            <a:r>
              <a:rPr lang="en-US" dirty="0" err="1" smtClean="0"/>
              <a:t>mofify</a:t>
            </a:r>
            <a:endParaRPr lang="en-US" dirty="0" smtClean="0"/>
          </a:p>
          <a:p>
            <a:r>
              <a:rPr lang="en-US" b="1" dirty="0" smtClean="0"/>
              <a:t>Employees list</a:t>
            </a:r>
            <a:r>
              <a:rPr lang="en-US" dirty="0" smtClean="0"/>
              <a:t>  add delete modify</a:t>
            </a:r>
          </a:p>
          <a:p>
            <a:r>
              <a:rPr lang="en-US" b="1" dirty="0" err="1" smtClean="0"/>
              <a:t>Landscap</a:t>
            </a:r>
            <a:r>
              <a:rPr lang="en-US" b="1" dirty="0" smtClean="0"/>
              <a:t> </a:t>
            </a:r>
            <a:r>
              <a:rPr lang="en-US" b="1" dirty="0" err="1" smtClean="0"/>
              <a:t>dbs</a:t>
            </a:r>
            <a:r>
              <a:rPr lang="en-US" b="1" dirty="0" smtClean="0"/>
              <a:t> list </a:t>
            </a:r>
            <a:r>
              <a:rPr lang="en-US" dirty="0" smtClean="0"/>
              <a:t>: display /edit/delete</a:t>
            </a:r>
          </a:p>
          <a:p>
            <a:r>
              <a:rPr lang="en-US" b="1" dirty="0" smtClean="0"/>
              <a:t>Access</a:t>
            </a:r>
            <a:r>
              <a:rPr lang="en-US" dirty="0" smtClean="0"/>
              <a:t> to Accounting portal </a:t>
            </a:r>
          </a:p>
          <a:p>
            <a:r>
              <a:rPr lang="en-US" b="1" dirty="0" smtClean="0"/>
              <a:t>Notification alerts window</a:t>
            </a:r>
          </a:p>
          <a:p>
            <a:r>
              <a:rPr lang="en-US" dirty="0" err="1" smtClean="0"/>
              <a:t>Scheduller</a:t>
            </a:r>
            <a:r>
              <a:rPr lang="en-US" dirty="0" smtClean="0"/>
              <a:t> window </a:t>
            </a:r>
            <a:endParaRPr lang="en-US" b="1" dirty="0" smtClean="0"/>
          </a:p>
          <a:p>
            <a:r>
              <a:rPr lang="en-US" dirty="0" smtClean="0"/>
              <a:t>List regular clients tasks from the landscape </a:t>
            </a:r>
            <a:r>
              <a:rPr lang="en-US" dirty="0" err="1" smtClean="0"/>
              <a:t>dbs</a:t>
            </a:r>
            <a:endParaRPr lang="en-US" dirty="0" smtClean="0"/>
          </a:p>
          <a:p>
            <a:r>
              <a:rPr lang="en-US" dirty="0" smtClean="0"/>
              <a:t>Allow to add new task : with type can </a:t>
            </a:r>
            <a:r>
              <a:rPr lang="en-US" dirty="0" err="1" smtClean="0"/>
              <a:t>befrom</a:t>
            </a:r>
            <a:r>
              <a:rPr lang="en-US" dirty="0" smtClean="0"/>
              <a:t> list or free text  , need truck , need order from vendor (select vendor)</a:t>
            </a:r>
          </a:p>
          <a:p>
            <a:r>
              <a:rPr lang="en-US" dirty="0" smtClean="0"/>
              <a:t>Recalculate schedule , with from to date </a:t>
            </a:r>
          </a:p>
          <a:p>
            <a:r>
              <a:rPr lang="en-US" dirty="0" smtClean="0"/>
              <a:t>notification/alert window :</a:t>
            </a:r>
          </a:p>
          <a:p>
            <a:r>
              <a:rPr lang="en-US" dirty="0" smtClean="0"/>
              <a:t>Order form vendor…</a:t>
            </a:r>
          </a:p>
          <a:p>
            <a:r>
              <a:rPr lang="en-US" dirty="0" smtClean="0"/>
              <a:t>Emma to pick up truck </a:t>
            </a:r>
          </a:p>
          <a:p>
            <a:r>
              <a:rPr lang="en-US" dirty="0" err="1" smtClean="0"/>
              <a:t>Alegra</a:t>
            </a:r>
            <a:r>
              <a:rPr lang="en-US" dirty="0" smtClean="0"/>
              <a:t> is </a:t>
            </a:r>
            <a:r>
              <a:rPr lang="en-US" dirty="0" err="1" smtClean="0"/>
              <a:t>sik</a:t>
            </a:r>
            <a:r>
              <a:rPr lang="en-US" dirty="0" smtClean="0"/>
              <a:t> today</a:t>
            </a:r>
          </a:p>
          <a:p>
            <a:r>
              <a:rPr lang="en-US" dirty="0" smtClean="0"/>
              <a:t>Etc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240704</TotalTime>
  <Words>760</Words>
  <Application>Microsoft Office PowerPoint</Application>
  <PresentationFormat>On-screen Show (4:3)</PresentationFormat>
  <Paragraphs>166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shalom dahan</dc:creator>
  <cp:lastModifiedBy>vdumpa</cp:lastModifiedBy>
  <cp:revision>6184</cp:revision>
  <dcterms:created xsi:type="dcterms:W3CDTF">2024-03-08T21:39:04Z</dcterms:created>
  <dcterms:modified xsi:type="dcterms:W3CDTF">2026-04-06T04:04:00Z</dcterms:modified>
</cp:coreProperties>
</file>